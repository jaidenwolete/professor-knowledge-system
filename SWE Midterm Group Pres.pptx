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61" r:id="rId4"/>
    <p:sldId id="262" r:id="rId5"/>
    <p:sldId id="259" r:id="rId6"/>
    <p:sldId id="263" r:id="rId7"/>
    <p:sldId id="264"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D2022A-9D98-0944-BABA-983B2E7F924E}" v="21" dt="2026-10-13T14:00:44.4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76"/>
    <p:restoredTop sz="94668"/>
  </p:normalViewPr>
  <p:slideViewPr>
    <p:cSldViewPr snapToGrid="0">
      <p:cViewPr varScale="1">
        <p:scale>
          <a:sx n="98" d="100"/>
          <a:sy n="98" d="100"/>
        </p:scale>
        <p:origin x="224"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den Mbole Yah Wolete" userId="f556027a-de84-4da8-a329-62a5cca37176" providerId="ADAL" clId="{B4C4B3F7-9ECF-5381-A1B7-90B77B2E5438}"/>
    <pc:docChg chg="undo redo custSel addSld delSld modSld sldOrd">
      <pc:chgData name="Jaiden Mbole Yah Wolete" userId="f556027a-de84-4da8-a329-62a5cca37176" providerId="ADAL" clId="{B4C4B3F7-9ECF-5381-A1B7-90B77B2E5438}" dt="2026-10-13T14:03:33.173" v="1775" actId="20577"/>
      <pc:docMkLst>
        <pc:docMk/>
      </pc:docMkLst>
      <pc:sldChg chg="modSp mod modClrScheme chgLayout">
        <pc:chgData name="Jaiden Mbole Yah Wolete" userId="f556027a-de84-4da8-a329-62a5cca37176" providerId="ADAL" clId="{B4C4B3F7-9ECF-5381-A1B7-90B77B2E5438}" dt="2026-10-13T03:38:55.660" v="837" actId="700"/>
        <pc:sldMkLst>
          <pc:docMk/>
          <pc:sldMk cId="1376110364" sldId="257"/>
        </pc:sldMkLst>
        <pc:spChg chg="mod ord">
          <ac:chgData name="Jaiden Mbole Yah Wolete" userId="f556027a-de84-4da8-a329-62a5cca37176" providerId="ADAL" clId="{B4C4B3F7-9ECF-5381-A1B7-90B77B2E5438}" dt="2026-10-13T03:38:55.660" v="837" actId="700"/>
          <ac:spMkLst>
            <pc:docMk/>
            <pc:sldMk cId="1376110364" sldId="257"/>
            <ac:spMk id="2" creationId="{B9F61C28-634B-70CF-6910-B427FE673EA9}"/>
          </ac:spMkLst>
        </pc:spChg>
        <pc:spChg chg="mod ord">
          <ac:chgData name="Jaiden Mbole Yah Wolete" userId="f556027a-de84-4da8-a329-62a5cca37176" providerId="ADAL" clId="{B4C4B3F7-9ECF-5381-A1B7-90B77B2E5438}" dt="2026-10-13T03:38:55.660" v="837" actId="700"/>
          <ac:spMkLst>
            <pc:docMk/>
            <pc:sldMk cId="1376110364" sldId="257"/>
            <ac:spMk id="3" creationId="{50AFC37E-FDC3-8CA1-AFFC-A31639CB5069}"/>
          </ac:spMkLst>
        </pc:spChg>
      </pc:sldChg>
      <pc:sldChg chg="new del">
        <pc:chgData name="Jaiden Mbole Yah Wolete" userId="f556027a-de84-4da8-a329-62a5cca37176" providerId="ADAL" clId="{B4C4B3F7-9ECF-5381-A1B7-90B77B2E5438}" dt="2026-10-13T03:38:43.571" v="833" actId="2696"/>
        <pc:sldMkLst>
          <pc:docMk/>
          <pc:sldMk cId="1139589395" sldId="258"/>
        </pc:sldMkLst>
      </pc:sldChg>
      <pc:sldChg chg="addSp delSp modSp new del mod">
        <pc:chgData name="Jaiden Mbole Yah Wolete" userId="f556027a-de84-4da8-a329-62a5cca37176" providerId="ADAL" clId="{B4C4B3F7-9ECF-5381-A1B7-90B77B2E5438}" dt="2026-10-13T03:37:25.316" v="831" actId="2696"/>
        <pc:sldMkLst>
          <pc:docMk/>
          <pc:sldMk cId="1211962043" sldId="258"/>
        </pc:sldMkLst>
        <pc:spChg chg="add del">
          <ac:chgData name="Jaiden Mbole Yah Wolete" userId="f556027a-de84-4da8-a329-62a5cca37176" providerId="ADAL" clId="{B4C4B3F7-9ECF-5381-A1B7-90B77B2E5438}" dt="2026-10-13T03:37:18.100" v="824" actId="22"/>
          <ac:spMkLst>
            <pc:docMk/>
            <pc:sldMk cId="1211962043" sldId="258"/>
            <ac:spMk id="3" creationId="{552F173D-E071-BB54-34C6-CCFFB29C1363}"/>
          </ac:spMkLst>
        </pc:spChg>
        <pc:spChg chg="add del">
          <ac:chgData name="Jaiden Mbole Yah Wolete" userId="f556027a-de84-4da8-a329-62a5cca37176" providerId="ADAL" clId="{B4C4B3F7-9ECF-5381-A1B7-90B77B2E5438}" dt="2026-10-13T03:37:20.422" v="827" actId="22"/>
          <ac:spMkLst>
            <pc:docMk/>
            <pc:sldMk cId="1211962043" sldId="258"/>
            <ac:spMk id="5" creationId="{3F4C4153-04E0-231E-12F1-7B962A8CA91F}"/>
          </ac:spMkLst>
        </pc:spChg>
        <pc:spChg chg="add del">
          <ac:chgData name="Jaiden Mbole Yah Wolete" userId="f556027a-de84-4da8-a329-62a5cca37176" providerId="ADAL" clId="{B4C4B3F7-9ECF-5381-A1B7-90B77B2E5438}" dt="2026-10-13T03:37:23.185" v="830" actId="21"/>
          <ac:spMkLst>
            <pc:docMk/>
            <pc:sldMk cId="1211962043" sldId="258"/>
            <ac:spMk id="7" creationId="{621D6614-D044-494C-B706-8341933A580F}"/>
          </ac:spMkLst>
        </pc:spChg>
      </pc:sldChg>
      <pc:sldChg chg="new add del">
        <pc:chgData name="Jaiden Mbole Yah Wolete" userId="f556027a-de84-4da8-a329-62a5cca37176" providerId="ADAL" clId="{B4C4B3F7-9ECF-5381-A1B7-90B77B2E5438}" dt="2026-10-13T03:39:01.154" v="839" actId="2696"/>
        <pc:sldMkLst>
          <pc:docMk/>
          <pc:sldMk cId="1622629510" sldId="258"/>
        </pc:sldMkLst>
      </pc:sldChg>
      <pc:sldChg chg="new del">
        <pc:chgData name="Jaiden Mbole Yah Wolete" userId="f556027a-de84-4da8-a329-62a5cca37176" providerId="ADAL" clId="{B4C4B3F7-9ECF-5381-A1B7-90B77B2E5438}" dt="2026-10-13T03:42:11.099" v="855" actId="2696"/>
        <pc:sldMkLst>
          <pc:docMk/>
          <pc:sldMk cId="2556661067" sldId="258"/>
        </pc:sldMkLst>
      </pc:sldChg>
      <pc:sldChg chg="new del">
        <pc:chgData name="Jaiden Mbole Yah Wolete" userId="f556027a-de84-4da8-a329-62a5cca37176" providerId="ADAL" clId="{B4C4B3F7-9ECF-5381-A1B7-90B77B2E5438}" dt="2026-10-13T03:39:41.757" v="844" actId="2696"/>
        <pc:sldMkLst>
          <pc:docMk/>
          <pc:sldMk cId="3720085927" sldId="258"/>
        </pc:sldMkLst>
      </pc:sldChg>
      <pc:sldChg chg="delSp modSp add del mod setBg">
        <pc:chgData name="Jaiden Mbole Yah Wolete" userId="f556027a-de84-4da8-a329-62a5cca37176" providerId="ADAL" clId="{B4C4B3F7-9ECF-5381-A1B7-90B77B2E5438}" dt="2026-10-13T03:41:46.600" v="852" actId="2696"/>
        <pc:sldMkLst>
          <pc:docMk/>
          <pc:sldMk cId="0" sldId="259"/>
        </pc:sldMkLst>
        <pc:spChg chg="del mod">
          <ac:chgData name="Jaiden Mbole Yah Wolete" userId="f556027a-de84-4da8-a329-62a5cca37176" providerId="ADAL" clId="{B4C4B3F7-9ECF-5381-A1B7-90B77B2E5438}" dt="2026-10-13T03:40:02.325" v="848"/>
          <ac:spMkLst>
            <pc:docMk/>
            <pc:sldMk cId="0" sldId="259"/>
            <ac:spMk id="5" creationId="{00000000-0000-0000-0000-000000000000}"/>
          </ac:spMkLst>
        </pc:spChg>
        <pc:spChg chg="mod">
          <ac:chgData name="Jaiden Mbole Yah Wolete" userId="f556027a-de84-4da8-a329-62a5cca37176" providerId="ADAL" clId="{B4C4B3F7-9ECF-5381-A1B7-90B77B2E5438}" dt="2026-10-13T03:39:59.729" v="846" actId="1076"/>
          <ac:spMkLst>
            <pc:docMk/>
            <pc:sldMk cId="0" sldId="259"/>
            <ac:spMk id="6" creationId="{00000000-0000-0000-0000-000000000000}"/>
          </ac:spMkLst>
        </pc:spChg>
        <pc:spChg chg="mod">
          <ac:chgData name="Jaiden Mbole Yah Wolete" userId="f556027a-de84-4da8-a329-62a5cca37176" providerId="ADAL" clId="{B4C4B3F7-9ECF-5381-A1B7-90B77B2E5438}" dt="2026-10-13T03:40:09.477" v="851" actId="20577"/>
          <ac:spMkLst>
            <pc:docMk/>
            <pc:sldMk cId="0" sldId="259"/>
            <ac:spMk id="7" creationId="{00000000-0000-0000-0000-000000000000}"/>
          </ac:spMkLst>
        </pc:spChg>
      </pc:sldChg>
      <pc:sldChg chg="add del">
        <pc:chgData name="Jaiden Mbole Yah Wolete" userId="f556027a-de84-4da8-a329-62a5cca37176" providerId="ADAL" clId="{B4C4B3F7-9ECF-5381-A1B7-90B77B2E5438}" dt="2026-10-13T03:39:19.241" v="842" actId="2696"/>
        <pc:sldMkLst>
          <pc:docMk/>
          <pc:sldMk cId="2235823203" sldId="259"/>
        </pc:sldMkLst>
      </pc:sldChg>
      <pc:sldChg chg="addSp delSp modSp add mod ord">
        <pc:chgData name="Jaiden Mbole Yah Wolete" userId="f556027a-de84-4da8-a329-62a5cca37176" providerId="ADAL" clId="{B4C4B3F7-9ECF-5381-A1B7-90B77B2E5438}" dt="2026-10-13T13:42:58.473" v="1381" actId="20578"/>
        <pc:sldMkLst>
          <pc:docMk/>
          <pc:sldMk cId="2304787718" sldId="259"/>
        </pc:sldMkLst>
        <pc:spChg chg="mod">
          <ac:chgData name="Jaiden Mbole Yah Wolete" userId="f556027a-de84-4da8-a329-62a5cca37176" providerId="ADAL" clId="{B4C4B3F7-9ECF-5381-A1B7-90B77B2E5438}" dt="2026-10-13T03:45:28.898" v="893" actId="2711"/>
          <ac:spMkLst>
            <pc:docMk/>
            <pc:sldMk cId="2304787718" sldId="259"/>
            <ac:spMk id="6" creationId="{00000000-0000-0000-0000-000000000000}"/>
          </ac:spMkLst>
        </pc:spChg>
        <pc:spChg chg="mod">
          <ac:chgData name="Jaiden Mbole Yah Wolete" userId="f556027a-de84-4da8-a329-62a5cca37176" providerId="ADAL" clId="{B4C4B3F7-9ECF-5381-A1B7-90B77B2E5438}" dt="2026-10-13T03:52:47.782" v="1087" actId="2711"/>
          <ac:spMkLst>
            <pc:docMk/>
            <pc:sldMk cId="2304787718" sldId="259"/>
            <ac:spMk id="7" creationId="{00000000-0000-0000-0000-000000000000}"/>
          </ac:spMkLst>
        </pc:spChg>
        <pc:spChg chg="mod">
          <ac:chgData name="Jaiden Mbole Yah Wolete" userId="f556027a-de84-4da8-a329-62a5cca37176" providerId="ADAL" clId="{B4C4B3F7-9ECF-5381-A1B7-90B77B2E5438}" dt="2026-10-13T03:45:50.936" v="895" actId="2711"/>
          <ac:spMkLst>
            <pc:docMk/>
            <pc:sldMk cId="2304787718" sldId="259"/>
            <ac:spMk id="8" creationId="{00000000-0000-0000-0000-000000000000}"/>
          </ac:spMkLst>
        </pc:spChg>
        <pc:spChg chg="mod">
          <ac:chgData name="Jaiden Mbole Yah Wolete" userId="f556027a-de84-4da8-a329-62a5cca37176" providerId="ADAL" clId="{B4C4B3F7-9ECF-5381-A1B7-90B77B2E5438}" dt="2026-10-13T03:49:17.597" v="966" actId="20577"/>
          <ac:spMkLst>
            <pc:docMk/>
            <pc:sldMk cId="2304787718" sldId="259"/>
            <ac:spMk id="9" creationId="{00000000-0000-0000-0000-000000000000}"/>
          </ac:spMkLst>
        </pc:spChg>
        <pc:spChg chg="mod">
          <ac:chgData name="Jaiden Mbole Yah Wolete" userId="f556027a-de84-4da8-a329-62a5cca37176" providerId="ADAL" clId="{B4C4B3F7-9ECF-5381-A1B7-90B77B2E5438}" dt="2026-10-13T03:52:35.794" v="1086" actId="207"/>
          <ac:spMkLst>
            <pc:docMk/>
            <pc:sldMk cId="2304787718" sldId="259"/>
            <ac:spMk id="10" creationId="{00000000-0000-0000-0000-000000000000}"/>
          </ac:spMkLst>
        </pc:spChg>
        <pc:spChg chg="add del mod">
          <ac:chgData name="Jaiden Mbole Yah Wolete" userId="f556027a-de84-4da8-a329-62a5cca37176" providerId="ADAL" clId="{B4C4B3F7-9ECF-5381-A1B7-90B77B2E5438}" dt="2026-10-13T03:47:44.208" v="954" actId="2711"/>
          <ac:spMkLst>
            <pc:docMk/>
            <pc:sldMk cId="2304787718" sldId="259"/>
            <ac:spMk id="11" creationId="{00000000-0000-0000-0000-000000000000}"/>
          </ac:spMkLst>
        </pc:spChg>
        <pc:spChg chg="mod">
          <ac:chgData name="Jaiden Mbole Yah Wolete" userId="f556027a-de84-4da8-a329-62a5cca37176" providerId="ADAL" clId="{B4C4B3F7-9ECF-5381-A1B7-90B77B2E5438}" dt="2026-10-13T03:49:28.644" v="967" actId="207"/>
          <ac:spMkLst>
            <pc:docMk/>
            <pc:sldMk cId="2304787718" sldId="259"/>
            <ac:spMk id="12" creationId="{00000000-0000-0000-0000-000000000000}"/>
          </ac:spMkLst>
        </pc:spChg>
        <pc:spChg chg="mod">
          <ac:chgData name="Jaiden Mbole Yah Wolete" userId="f556027a-de84-4da8-a329-62a5cca37176" providerId="ADAL" clId="{B4C4B3F7-9ECF-5381-A1B7-90B77B2E5438}" dt="2026-10-13T03:54:05.611" v="1093" actId="2711"/>
          <ac:spMkLst>
            <pc:docMk/>
            <pc:sldMk cId="2304787718" sldId="259"/>
            <ac:spMk id="13" creationId="{00000000-0000-0000-0000-000000000000}"/>
          </ac:spMkLst>
        </pc:spChg>
        <pc:spChg chg="mod">
          <ac:chgData name="Jaiden Mbole Yah Wolete" userId="f556027a-de84-4da8-a329-62a5cca37176" providerId="ADAL" clId="{B4C4B3F7-9ECF-5381-A1B7-90B77B2E5438}" dt="2026-10-13T03:52:07.883" v="1085" actId="2711"/>
          <ac:spMkLst>
            <pc:docMk/>
            <pc:sldMk cId="2304787718" sldId="259"/>
            <ac:spMk id="14" creationId="{00000000-0000-0000-0000-000000000000}"/>
          </ac:spMkLst>
        </pc:spChg>
        <pc:spChg chg="mod">
          <ac:chgData name="Jaiden Mbole Yah Wolete" userId="f556027a-de84-4da8-a329-62a5cca37176" providerId="ADAL" clId="{B4C4B3F7-9ECF-5381-A1B7-90B77B2E5438}" dt="2026-10-13T03:51:59.276" v="1084" actId="207"/>
          <ac:spMkLst>
            <pc:docMk/>
            <pc:sldMk cId="2304787718" sldId="259"/>
            <ac:spMk id="15" creationId="{00000000-0000-0000-0000-000000000000}"/>
          </ac:spMkLst>
        </pc:spChg>
      </pc:sldChg>
      <pc:sldChg chg="modSp new del mod ord">
        <pc:chgData name="Jaiden Mbole Yah Wolete" userId="f556027a-de84-4da8-a329-62a5cca37176" providerId="ADAL" clId="{B4C4B3F7-9ECF-5381-A1B7-90B77B2E5438}" dt="2026-10-13T04:14:23.347" v="1226" actId="2696"/>
        <pc:sldMkLst>
          <pc:docMk/>
          <pc:sldMk cId="2192765932" sldId="260"/>
        </pc:sldMkLst>
        <pc:spChg chg="mod">
          <ac:chgData name="Jaiden Mbole Yah Wolete" userId="f556027a-de84-4da8-a329-62a5cca37176" providerId="ADAL" clId="{B4C4B3F7-9ECF-5381-A1B7-90B77B2E5438}" dt="2026-10-13T04:09:33.935" v="1212" actId="20577"/>
          <ac:spMkLst>
            <pc:docMk/>
            <pc:sldMk cId="2192765932" sldId="260"/>
            <ac:spMk id="2" creationId="{6317CFE2-F7F5-F886-CE65-914F4D852020}"/>
          </ac:spMkLst>
        </pc:spChg>
        <pc:spChg chg="mod">
          <ac:chgData name="Jaiden Mbole Yah Wolete" userId="f556027a-de84-4da8-a329-62a5cca37176" providerId="ADAL" clId="{B4C4B3F7-9ECF-5381-A1B7-90B77B2E5438}" dt="2026-10-13T04:09:47.043" v="1223" actId="20577"/>
          <ac:spMkLst>
            <pc:docMk/>
            <pc:sldMk cId="2192765932" sldId="260"/>
            <ac:spMk id="3" creationId="{C568C0EE-2D7B-3006-F086-6AD1B936F680}"/>
          </ac:spMkLst>
        </pc:spChg>
      </pc:sldChg>
      <pc:sldChg chg="addSp delSp modSp add mod setBg">
        <pc:chgData name="Jaiden Mbole Yah Wolete" userId="f556027a-de84-4da8-a329-62a5cca37176" providerId="ADAL" clId="{B4C4B3F7-9ECF-5381-A1B7-90B77B2E5438}" dt="2026-10-13T04:21:27.990" v="1266" actId="22"/>
        <pc:sldMkLst>
          <pc:docMk/>
          <pc:sldMk cId="0" sldId="261"/>
        </pc:sldMkLst>
        <pc:spChg chg="del mod">
          <ac:chgData name="Jaiden Mbole Yah Wolete" userId="f556027a-de84-4da8-a329-62a5cca37176" providerId="ADAL" clId="{B4C4B3F7-9ECF-5381-A1B7-90B77B2E5438}" dt="2026-10-13T04:14:46.485" v="1228" actId="21"/>
          <ac:spMkLst>
            <pc:docMk/>
            <pc:sldMk cId="0" sldId="261"/>
            <ac:spMk id="11" creationId="{00000000-0000-0000-0000-000000000000}"/>
          </ac:spMkLst>
        </pc:spChg>
        <pc:spChg chg="mod">
          <ac:chgData name="Jaiden Mbole Yah Wolete" userId="f556027a-de84-4da8-a329-62a5cca37176" providerId="ADAL" clId="{B4C4B3F7-9ECF-5381-A1B7-90B77B2E5438}" dt="2026-10-13T04:15:09.620" v="1232" actId="207"/>
          <ac:spMkLst>
            <pc:docMk/>
            <pc:sldMk cId="0" sldId="261"/>
            <ac:spMk id="12" creationId="{00000000-0000-0000-0000-000000000000}"/>
          </ac:spMkLst>
        </pc:spChg>
        <pc:spChg chg="mod">
          <ac:chgData name="Jaiden Mbole Yah Wolete" userId="f556027a-de84-4da8-a329-62a5cca37176" providerId="ADAL" clId="{B4C4B3F7-9ECF-5381-A1B7-90B77B2E5438}" dt="2026-10-13T04:17:59.996" v="1250" actId="2711"/>
          <ac:spMkLst>
            <pc:docMk/>
            <pc:sldMk cId="0" sldId="261"/>
            <ac:spMk id="13" creationId="{00000000-0000-0000-0000-000000000000}"/>
          </ac:spMkLst>
        </pc:spChg>
        <pc:spChg chg="mod">
          <ac:chgData name="Jaiden Mbole Yah Wolete" userId="f556027a-de84-4da8-a329-62a5cca37176" providerId="ADAL" clId="{B4C4B3F7-9ECF-5381-A1B7-90B77B2E5438}" dt="2026-10-13T04:17:53.189" v="1249" actId="207"/>
          <ac:spMkLst>
            <pc:docMk/>
            <pc:sldMk cId="0" sldId="261"/>
            <ac:spMk id="14" creationId="{00000000-0000-0000-0000-000000000000}"/>
          </ac:spMkLst>
        </pc:spChg>
        <pc:spChg chg="mod">
          <ac:chgData name="Jaiden Mbole Yah Wolete" userId="f556027a-de84-4da8-a329-62a5cca37176" providerId="ADAL" clId="{B4C4B3F7-9ECF-5381-A1B7-90B77B2E5438}" dt="2026-10-13T04:17:15.125" v="1246" actId="2711"/>
          <ac:spMkLst>
            <pc:docMk/>
            <pc:sldMk cId="0" sldId="261"/>
            <ac:spMk id="15" creationId="{00000000-0000-0000-0000-000000000000}"/>
          </ac:spMkLst>
        </pc:spChg>
        <pc:spChg chg="mod">
          <ac:chgData name="Jaiden Mbole Yah Wolete" userId="f556027a-de84-4da8-a329-62a5cca37176" providerId="ADAL" clId="{B4C4B3F7-9ECF-5381-A1B7-90B77B2E5438}" dt="2026-10-13T04:17:08.839" v="1245" actId="2711"/>
          <ac:spMkLst>
            <pc:docMk/>
            <pc:sldMk cId="0" sldId="261"/>
            <ac:spMk id="16" creationId="{00000000-0000-0000-0000-000000000000}"/>
          </ac:spMkLst>
        </pc:spChg>
        <pc:spChg chg="mod">
          <ac:chgData name="Jaiden Mbole Yah Wolete" userId="f556027a-de84-4da8-a329-62a5cca37176" providerId="ADAL" clId="{B4C4B3F7-9ECF-5381-A1B7-90B77B2E5438}" dt="2026-10-13T04:21:25.055" v="1264" actId="2711"/>
          <ac:spMkLst>
            <pc:docMk/>
            <pc:sldMk cId="0" sldId="261"/>
            <ac:spMk id="17" creationId="{00000000-0000-0000-0000-000000000000}"/>
          </ac:spMkLst>
        </pc:spChg>
        <pc:spChg chg="mod">
          <ac:chgData name="Jaiden Mbole Yah Wolete" userId="f556027a-de84-4da8-a329-62a5cca37176" providerId="ADAL" clId="{B4C4B3F7-9ECF-5381-A1B7-90B77B2E5438}" dt="2026-10-13T04:18:54.120" v="1259" actId="20577"/>
          <ac:spMkLst>
            <pc:docMk/>
            <pc:sldMk cId="0" sldId="261"/>
            <ac:spMk id="18" creationId="{00000000-0000-0000-0000-000000000000}"/>
          </ac:spMkLst>
        </pc:spChg>
        <pc:spChg chg="add del">
          <ac:chgData name="Jaiden Mbole Yah Wolete" userId="f556027a-de84-4da8-a329-62a5cca37176" providerId="ADAL" clId="{B4C4B3F7-9ECF-5381-A1B7-90B77B2E5438}" dt="2026-10-13T04:21:27.990" v="1266" actId="22"/>
          <ac:spMkLst>
            <pc:docMk/>
            <pc:sldMk cId="0" sldId="261"/>
            <ac:spMk id="20" creationId="{CC813F98-723D-FEBE-1781-1DE29F13B49D}"/>
          </ac:spMkLst>
        </pc:spChg>
      </pc:sldChg>
      <pc:sldChg chg="delSp modSp add mod setBg">
        <pc:chgData name="Jaiden Mbole Yah Wolete" userId="f556027a-de84-4da8-a329-62a5cca37176" providerId="ADAL" clId="{B4C4B3F7-9ECF-5381-A1B7-90B77B2E5438}" dt="2026-10-13T13:39:46.511" v="1334" actId="207"/>
        <pc:sldMkLst>
          <pc:docMk/>
          <pc:sldMk cId="0" sldId="262"/>
        </pc:sldMkLst>
        <pc:spChg chg="del mod">
          <ac:chgData name="Jaiden Mbole Yah Wolete" userId="f556027a-de84-4da8-a329-62a5cca37176" providerId="ADAL" clId="{B4C4B3F7-9ECF-5381-A1B7-90B77B2E5438}" dt="2026-10-13T04:28:10.784" v="1269" actId="21"/>
          <ac:spMkLst>
            <pc:docMk/>
            <pc:sldMk cId="0" sldId="262"/>
            <ac:spMk id="11" creationId="{00000000-0000-0000-0000-000000000000}"/>
          </ac:spMkLst>
        </pc:spChg>
        <pc:spChg chg="mod">
          <ac:chgData name="Jaiden Mbole Yah Wolete" userId="f556027a-de84-4da8-a329-62a5cca37176" providerId="ADAL" clId="{B4C4B3F7-9ECF-5381-A1B7-90B77B2E5438}" dt="2026-10-13T13:39:46.511" v="1334" actId="207"/>
          <ac:spMkLst>
            <pc:docMk/>
            <pc:sldMk cId="0" sldId="262"/>
            <ac:spMk id="12" creationId="{00000000-0000-0000-0000-000000000000}"/>
          </ac:spMkLst>
        </pc:spChg>
        <pc:spChg chg="mod">
          <ac:chgData name="Jaiden Mbole Yah Wolete" userId="f556027a-de84-4da8-a329-62a5cca37176" providerId="ADAL" clId="{B4C4B3F7-9ECF-5381-A1B7-90B77B2E5438}" dt="2026-10-13T13:38:16.956" v="1297" actId="207"/>
          <ac:spMkLst>
            <pc:docMk/>
            <pc:sldMk cId="0" sldId="262"/>
            <ac:spMk id="13" creationId="{00000000-0000-0000-0000-000000000000}"/>
          </ac:spMkLst>
        </pc:spChg>
        <pc:spChg chg="mod">
          <ac:chgData name="Jaiden Mbole Yah Wolete" userId="f556027a-de84-4da8-a329-62a5cca37176" providerId="ADAL" clId="{B4C4B3F7-9ECF-5381-A1B7-90B77B2E5438}" dt="2026-10-13T13:38:10.682" v="1295" actId="207"/>
          <ac:spMkLst>
            <pc:docMk/>
            <pc:sldMk cId="0" sldId="262"/>
            <ac:spMk id="14" creationId="{00000000-0000-0000-0000-000000000000}"/>
          </ac:spMkLst>
        </pc:spChg>
        <pc:spChg chg="mod">
          <ac:chgData name="Jaiden Mbole Yah Wolete" userId="f556027a-de84-4da8-a329-62a5cca37176" providerId="ADAL" clId="{B4C4B3F7-9ECF-5381-A1B7-90B77B2E5438}" dt="2026-10-13T13:38:50.758" v="1327" actId="2711"/>
          <ac:spMkLst>
            <pc:docMk/>
            <pc:sldMk cId="0" sldId="262"/>
            <ac:spMk id="15" creationId="{00000000-0000-0000-0000-000000000000}"/>
          </ac:spMkLst>
        </pc:spChg>
        <pc:spChg chg="mod">
          <ac:chgData name="Jaiden Mbole Yah Wolete" userId="f556027a-de84-4da8-a329-62a5cca37176" providerId="ADAL" clId="{B4C4B3F7-9ECF-5381-A1B7-90B77B2E5438}" dt="2026-10-13T13:38:44.294" v="1326" actId="207"/>
          <ac:spMkLst>
            <pc:docMk/>
            <pc:sldMk cId="0" sldId="262"/>
            <ac:spMk id="16" creationId="{00000000-0000-0000-0000-000000000000}"/>
          </ac:spMkLst>
        </pc:spChg>
        <pc:spChg chg="mod">
          <ac:chgData name="Jaiden Mbole Yah Wolete" userId="f556027a-de84-4da8-a329-62a5cca37176" providerId="ADAL" clId="{B4C4B3F7-9ECF-5381-A1B7-90B77B2E5438}" dt="2026-10-13T13:38:57.355" v="1329" actId="207"/>
          <ac:spMkLst>
            <pc:docMk/>
            <pc:sldMk cId="0" sldId="262"/>
            <ac:spMk id="17" creationId="{00000000-0000-0000-0000-000000000000}"/>
          </ac:spMkLst>
        </pc:spChg>
        <pc:spChg chg="mod">
          <ac:chgData name="Jaiden Mbole Yah Wolete" userId="f556027a-de84-4da8-a329-62a5cca37176" providerId="ADAL" clId="{B4C4B3F7-9ECF-5381-A1B7-90B77B2E5438}" dt="2026-10-13T13:39:05.283" v="1331" actId="207"/>
          <ac:spMkLst>
            <pc:docMk/>
            <pc:sldMk cId="0" sldId="262"/>
            <ac:spMk id="18" creationId="{00000000-0000-0000-0000-000000000000}"/>
          </ac:spMkLst>
        </pc:spChg>
      </pc:sldChg>
      <pc:sldChg chg="addSp delSp modSp add mod setBg">
        <pc:chgData name="Jaiden Mbole Yah Wolete" userId="f556027a-de84-4da8-a329-62a5cca37176" providerId="ADAL" clId="{B4C4B3F7-9ECF-5381-A1B7-90B77B2E5438}" dt="2026-10-13T13:46:33.652" v="1390" actId="14100"/>
        <pc:sldMkLst>
          <pc:docMk/>
          <pc:sldMk cId="0" sldId="263"/>
        </pc:sldMkLst>
        <pc:spChg chg="add del">
          <ac:chgData name="Jaiden Mbole Yah Wolete" userId="f556027a-de84-4da8-a329-62a5cca37176" providerId="ADAL" clId="{B4C4B3F7-9ECF-5381-A1B7-90B77B2E5438}" dt="2026-10-13T13:42:25.568" v="1349" actId="21"/>
          <ac:spMkLst>
            <pc:docMk/>
            <pc:sldMk cId="0" sldId="263"/>
            <ac:spMk id="2" creationId="{00000000-0000-0000-0000-000000000000}"/>
          </ac:spMkLst>
        </pc:spChg>
        <pc:spChg chg="del mod">
          <ac:chgData name="Jaiden Mbole Yah Wolete" userId="f556027a-de84-4da8-a329-62a5cca37176" providerId="ADAL" clId="{B4C4B3F7-9ECF-5381-A1B7-90B77B2E5438}" dt="2026-10-13T13:41:35.585" v="1338" actId="21"/>
          <ac:spMkLst>
            <pc:docMk/>
            <pc:sldMk cId="0" sldId="263"/>
            <ac:spMk id="3" creationId="{00000000-0000-0000-0000-000000000000}"/>
          </ac:spMkLst>
        </pc:spChg>
        <pc:spChg chg="mod">
          <ac:chgData name="Jaiden Mbole Yah Wolete" userId="f556027a-de84-4da8-a329-62a5cca37176" providerId="ADAL" clId="{B4C4B3F7-9ECF-5381-A1B7-90B77B2E5438}" dt="2026-10-13T13:42:47.912" v="1380" actId="1076"/>
          <ac:spMkLst>
            <pc:docMk/>
            <pc:sldMk cId="0" sldId="263"/>
            <ac:spMk id="4" creationId="{00000000-0000-0000-0000-000000000000}"/>
          </ac:spMkLst>
        </pc:spChg>
        <pc:spChg chg="add del mod">
          <ac:chgData name="Jaiden Mbole Yah Wolete" userId="f556027a-de84-4da8-a329-62a5cca37176" providerId="ADAL" clId="{B4C4B3F7-9ECF-5381-A1B7-90B77B2E5438}" dt="2026-10-13T13:46:33.652" v="1390" actId="14100"/>
          <ac:spMkLst>
            <pc:docMk/>
            <pc:sldMk cId="0" sldId="263"/>
            <ac:spMk id="5" creationId="{00000000-0000-0000-0000-000000000000}"/>
          </ac:spMkLst>
        </pc:spChg>
        <pc:spChg chg="add mod">
          <ac:chgData name="Jaiden Mbole Yah Wolete" userId="f556027a-de84-4da8-a329-62a5cca37176" providerId="ADAL" clId="{B4C4B3F7-9ECF-5381-A1B7-90B77B2E5438}" dt="2026-10-13T13:42:22.986" v="1348"/>
          <ac:spMkLst>
            <pc:docMk/>
            <pc:sldMk cId="0" sldId="263"/>
            <ac:spMk id="6" creationId="{7A7A6159-19DA-FED3-4E3F-8AAE6D1B5B9E}"/>
          </ac:spMkLst>
        </pc:spChg>
      </pc:sldChg>
      <pc:sldChg chg="modSp new mod">
        <pc:chgData name="Jaiden Mbole Yah Wolete" userId="f556027a-de84-4da8-a329-62a5cca37176" providerId="ADAL" clId="{B4C4B3F7-9ECF-5381-A1B7-90B77B2E5438}" dt="2026-10-13T13:51:53.235" v="1679" actId="20577"/>
        <pc:sldMkLst>
          <pc:docMk/>
          <pc:sldMk cId="355528735" sldId="264"/>
        </pc:sldMkLst>
        <pc:spChg chg="mod">
          <ac:chgData name="Jaiden Mbole Yah Wolete" userId="f556027a-de84-4da8-a329-62a5cca37176" providerId="ADAL" clId="{B4C4B3F7-9ECF-5381-A1B7-90B77B2E5438}" dt="2026-10-13T13:48:25.467" v="1415" actId="20577"/>
          <ac:spMkLst>
            <pc:docMk/>
            <pc:sldMk cId="355528735" sldId="264"/>
            <ac:spMk id="2" creationId="{D0EF8DFB-F649-5918-EA3E-94E9A1EBEC01}"/>
          </ac:spMkLst>
        </pc:spChg>
        <pc:spChg chg="mod">
          <ac:chgData name="Jaiden Mbole Yah Wolete" userId="f556027a-de84-4da8-a329-62a5cca37176" providerId="ADAL" clId="{B4C4B3F7-9ECF-5381-A1B7-90B77B2E5438}" dt="2026-10-13T13:51:53.235" v="1679" actId="20577"/>
          <ac:spMkLst>
            <pc:docMk/>
            <pc:sldMk cId="355528735" sldId="264"/>
            <ac:spMk id="3" creationId="{9AD9FAED-A4C2-CDBB-2C94-F8F5F19F1751}"/>
          </ac:spMkLst>
        </pc:spChg>
      </pc:sldChg>
      <pc:sldChg chg="modSp new mod">
        <pc:chgData name="Jaiden Mbole Yah Wolete" userId="f556027a-de84-4da8-a329-62a5cca37176" providerId="ADAL" clId="{B4C4B3F7-9ECF-5381-A1B7-90B77B2E5438}" dt="2026-10-13T14:03:33.173" v="1775" actId="20577"/>
        <pc:sldMkLst>
          <pc:docMk/>
          <pc:sldMk cId="2977335981" sldId="265"/>
        </pc:sldMkLst>
        <pc:spChg chg="mod">
          <ac:chgData name="Jaiden Mbole Yah Wolete" userId="f556027a-de84-4da8-a329-62a5cca37176" providerId="ADAL" clId="{B4C4B3F7-9ECF-5381-A1B7-90B77B2E5438}" dt="2026-10-13T13:53:25.839" v="1688" actId="20577"/>
          <ac:spMkLst>
            <pc:docMk/>
            <pc:sldMk cId="2977335981" sldId="265"/>
            <ac:spMk id="2" creationId="{E4B0E361-7431-2B9C-3411-4C14ADC12371}"/>
          </ac:spMkLst>
        </pc:spChg>
        <pc:spChg chg="mod">
          <ac:chgData name="Jaiden Mbole Yah Wolete" userId="f556027a-de84-4da8-a329-62a5cca37176" providerId="ADAL" clId="{B4C4B3F7-9ECF-5381-A1B7-90B77B2E5438}" dt="2026-10-13T14:03:33.173" v="1775" actId="20577"/>
          <ac:spMkLst>
            <pc:docMk/>
            <pc:sldMk cId="2977335981" sldId="265"/>
            <ac:spMk id="3" creationId="{79BFC514-9B65-F3C1-9E7F-34C52E855EC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16959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16415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937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4275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67411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01422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15991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78172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70774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032107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10/13/26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4927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10/13/26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7355511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Video 3" descr="Computer Servers">
            <a:extLst>
              <a:ext uri="{FF2B5EF4-FFF2-40B4-BE49-F238E27FC236}">
                <a16:creationId xmlns:a16="http://schemas.microsoft.com/office/drawing/2014/main" id="{C06FF17F-5759-1DB4-A85F-F450FA834CA4}"/>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58"/>
          <a:stretch>
            <a:fillRect/>
          </a:stretch>
        </p:blipFill>
        <p:spPr>
          <a:xfrm>
            <a:off x="20" y="10"/>
            <a:ext cx="12188932" cy="6857990"/>
          </a:xfrm>
          <a:prstGeom prst="rect">
            <a:avLst/>
          </a:prstGeom>
        </p:spPr>
      </p:pic>
      <p:sp>
        <p:nvSpPr>
          <p:cNvPr id="11" name="Rectangle 10">
            <a:extLst>
              <a:ext uri="{FF2B5EF4-FFF2-40B4-BE49-F238E27FC236}">
                <a16:creationId xmlns:a16="http://schemas.microsoft.com/office/drawing/2014/main" id="{7508F7DC-CA28-4ACE-AF79-D7E98ED1BF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AB20218-A500-457C-B65C-F3D198B1F7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524" y="0"/>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11C89F-0D73-5602-4A48-5553E57CF565}"/>
              </a:ext>
            </a:extLst>
          </p:cNvPr>
          <p:cNvSpPr>
            <a:spLocks noGrp="1"/>
          </p:cNvSpPr>
          <p:nvPr>
            <p:ph type="ctrTitle"/>
          </p:nvPr>
        </p:nvSpPr>
        <p:spPr>
          <a:xfrm>
            <a:off x="517870" y="978408"/>
            <a:ext cx="8686796" cy="2334247"/>
          </a:xfrm>
        </p:spPr>
        <p:txBody>
          <a:bodyPr>
            <a:normAutofit/>
          </a:bodyPr>
          <a:lstStyle/>
          <a:p>
            <a:pPr>
              <a:lnSpc>
                <a:spcPct val="90000"/>
              </a:lnSpc>
            </a:pPr>
            <a:r>
              <a:rPr lang="en-US" sz="5000" dirty="0">
                <a:solidFill>
                  <a:srgbClr val="FFFFFF"/>
                </a:solidFill>
              </a:rPr>
              <a:t> Professor Knowledge System</a:t>
            </a:r>
          </a:p>
        </p:txBody>
      </p:sp>
      <p:sp>
        <p:nvSpPr>
          <p:cNvPr id="3" name="Subtitle 2">
            <a:extLst>
              <a:ext uri="{FF2B5EF4-FFF2-40B4-BE49-F238E27FC236}">
                <a16:creationId xmlns:a16="http://schemas.microsoft.com/office/drawing/2014/main" id="{B1F7888C-90B1-7AEF-8B6C-B76C72445A23}"/>
              </a:ext>
            </a:extLst>
          </p:cNvPr>
          <p:cNvSpPr>
            <a:spLocks noGrp="1"/>
          </p:cNvSpPr>
          <p:nvPr>
            <p:ph type="subTitle" idx="1"/>
          </p:nvPr>
        </p:nvSpPr>
        <p:spPr>
          <a:xfrm>
            <a:off x="517870" y="3552826"/>
            <a:ext cx="8720710" cy="2653653"/>
          </a:xfrm>
        </p:spPr>
        <p:txBody>
          <a:bodyPr>
            <a:normAutofit/>
          </a:bodyPr>
          <a:lstStyle/>
          <a:p>
            <a:r>
              <a:rPr lang="en-US" dirty="0">
                <a:solidFill>
                  <a:srgbClr val="FFFFFF"/>
                </a:solidFill>
              </a:rPr>
              <a:t>Presented by: Reuben Odedairo &amp; Jaiden Wolete</a:t>
            </a:r>
          </a:p>
          <a:p>
            <a:endParaRPr lang="en-US" dirty="0">
              <a:solidFill>
                <a:srgbClr val="FFFFFF"/>
              </a:solidFill>
            </a:endParaRPr>
          </a:p>
          <a:p>
            <a:endParaRPr lang="en-US" dirty="0">
              <a:solidFill>
                <a:srgbClr val="FFFFFF"/>
              </a:solidFill>
            </a:endParaRPr>
          </a:p>
          <a:p>
            <a:endParaRPr lang="en-US" dirty="0">
              <a:solidFill>
                <a:srgbClr val="FFFFFF"/>
              </a:solidFill>
            </a:endParaRPr>
          </a:p>
          <a:p>
            <a:endParaRPr lang="en-US" dirty="0">
              <a:solidFill>
                <a:srgbClr val="FFFFFF"/>
              </a:solidFill>
            </a:endParaRPr>
          </a:p>
        </p:txBody>
      </p:sp>
      <p:sp>
        <p:nvSpPr>
          <p:cNvPr id="15" name="Rectangle 1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8686800"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35064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2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61C28-634B-70CF-6910-B427FE673EA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50AFC37E-FDC3-8CA1-AFFC-A31639CB5069}"/>
              </a:ext>
            </a:extLst>
          </p:cNvPr>
          <p:cNvSpPr>
            <a:spLocks noGrp="1"/>
          </p:cNvSpPr>
          <p:nvPr>
            <p:ph idx="1"/>
          </p:nvPr>
        </p:nvSpPr>
        <p:spPr/>
        <p:txBody>
          <a:bodyPr/>
          <a:lstStyle/>
          <a:p>
            <a:pPr marL="0" indent="0">
              <a:buNone/>
            </a:pPr>
            <a:r>
              <a:rPr lang="en-US" dirty="0"/>
              <a:t>The Professor Knowledge System is a Prolog and Python based application designed for this course to expedite academic data retrieval. It features an interactive command-line chatbot that makes it easy for users to ask questions about professors, course specifics and class times. The system successfully interprets structured knowledge bases by combining SWI-Prolog for logical reasoning with Python for user interaction and data processing.</a:t>
            </a:r>
          </a:p>
        </p:txBody>
      </p:sp>
    </p:spTree>
    <p:extLst>
      <p:ext uri="{BB962C8B-B14F-4D97-AF65-F5344CB8AC3E}">
        <p14:creationId xmlns:p14="http://schemas.microsoft.com/office/powerpoint/2010/main" val="13761103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62000" y="2381250"/>
            <a:ext cx="10668000" cy="933450"/>
          </a:xfrm>
          <a:prstGeom prst="roundRect">
            <a:avLst>
              <a:gd name="adj" fmla="val 142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3505200"/>
            <a:ext cx="10668000" cy="933450"/>
          </a:xfrm>
          <a:prstGeom prst="roundRect">
            <a:avLst>
              <a:gd name="adj" fmla="val 142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62000" y="4629150"/>
            <a:ext cx="10668000" cy="933450"/>
          </a:xfrm>
          <a:prstGeom prst="roundRect">
            <a:avLst>
              <a:gd name="adj" fmla="val 142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1076325" y="2619375"/>
            <a:ext cx="457200" cy="457200"/>
          </a:xfrm>
          <a:prstGeom prst="rect">
            <a:avLst/>
          </a:prstGeom>
        </p:spPr>
      </p:pic>
      <p:pic>
        <p:nvPicPr>
          <p:cNvPr id="6" name="Picture 5" descr="image.png"/>
          <p:cNvPicPr>
            <a:picLocks noChangeAspect="1"/>
          </p:cNvPicPr>
          <p:nvPr/>
        </p:nvPicPr>
        <p:blipFill>
          <a:blip r:embed="rId2"/>
          <a:stretch>
            <a:fillRect/>
          </a:stretch>
        </p:blipFill>
        <p:spPr>
          <a:xfrm>
            <a:off x="1076325" y="3743325"/>
            <a:ext cx="457200" cy="457200"/>
          </a:xfrm>
          <a:prstGeom prst="rect">
            <a:avLst/>
          </a:prstGeom>
        </p:spPr>
      </p:pic>
      <p:pic>
        <p:nvPicPr>
          <p:cNvPr id="7" name="Picture 6" descr="image.png"/>
          <p:cNvPicPr>
            <a:picLocks noChangeAspect="1"/>
          </p:cNvPicPr>
          <p:nvPr/>
        </p:nvPicPr>
        <p:blipFill>
          <a:blip r:embed="rId2"/>
          <a:stretch>
            <a:fillRect/>
          </a:stretch>
        </p:blipFill>
        <p:spPr>
          <a:xfrm>
            <a:off x="1076325" y="4867275"/>
            <a:ext cx="457200" cy="457200"/>
          </a:xfrm>
          <a:prstGeom prst="rect">
            <a:avLst/>
          </a:prstGeom>
        </p:spPr>
      </p:pic>
      <p:pic>
        <p:nvPicPr>
          <p:cNvPr id="8" name="Picture 7" descr="image.png"/>
          <p:cNvPicPr>
            <a:picLocks noChangeAspect="1"/>
          </p:cNvPicPr>
          <p:nvPr/>
        </p:nvPicPr>
        <p:blipFill>
          <a:blip r:embed="rId3"/>
          <a:stretch>
            <a:fillRect/>
          </a:stretch>
        </p:blipFill>
        <p:spPr>
          <a:xfrm>
            <a:off x="1185862" y="2752725"/>
            <a:ext cx="238125" cy="190500"/>
          </a:xfrm>
          <a:prstGeom prst="rect">
            <a:avLst/>
          </a:prstGeom>
        </p:spPr>
      </p:pic>
      <p:pic>
        <p:nvPicPr>
          <p:cNvPr id="9" name="Picture 8" descr="image.png"/>
          <p:cNvPicPr>
            <a:picLocks noChangeAspect="1"/>
          </p:cNvPicPr>
          <p:nvPr/>
        </p:nvPicPr>
        <p:blipFill>
          <a:blip r:embed="rId4"/>
          <a:stretch>
            <a:fillRect/>
          </a:stretch>
        </p:blipFill>
        <p:spPr>
          <a:xfrm>
            <a:off x="1209675" y="3876675"/>
            <a:ext cx="190500" cy="190500"/>
          </a:xfrm>
          <a:prstGeom prst="rect">
            <a:avLst/>
          </a:prstGeom>
        </p:spPr>
      </p:pic>
      <p:pic>
        <p:nvPicPr>
          <p:cNvPr id="10" name="Picture 9" descr="image.png"/>
          <p:cNvPicPr>
            <a:picLocks noChangeAspect="1"/>
          </p:cNvPicPr>
          <p:nvPr/>
        </p:nvPicPr>
        <p:blipFill>
          <a:blip r:embed="rId5"/>
          <a:stretch>
            <a:fillRect/>
          </a:stretch>
        </p:blipFill>
        <p:spPr>
          <a:xfrm>
            <a:off x="1185862" y="5000625"/>
            <a:ext cx="238125" cy="190500"/>
          </a:xfrm>
          <a:prstGeom prst="rect">
            <a:avLst/>
          </a:prstGeom>
        </p:spPr>
      </p:pic>
      <p:sp>
        <p:nvSpPr>
          <p:cNvPr id="12" name="TextBox 11"/>
          <p:cNvSpPr txBox="1"/>
          <p:nvPr/>
        </p:nvSpPr>
        <p:spPr>
          <a:xfrm>
            <a:off x="762000" y="604973"/>
            <a:ext cx="3310137" cy="461665"/>
          </a:xfrm>
          <a:prstGeom prst="rect">
            <a:avLst/>
          </a:prstGeom>
          <a:noFill/>
        </p:spPr>
        <p:txBody>
          <a:bodyPr wrap="none" lIns="0" tIns="0" rIns="0" bIns="0" anchor="t">
            <a:spAutoFit/>
          </a:bodyPr>
          <a:lstStyle/>
          <a:p>
            <a:pPr algn="l"/>
            <a:r>
              <a:rPr sz="3000" b="1" i="0" u="none" dirty="0">
                <a:latin typeface="+mj-lt"/>
              </a:rPr>
              <a:t>Technologies Used</a:t>
            </a:r>
          </a:p>
        </p:txBody>
      </p:sp>
      <p:sp>
        <p:nvSpPr>
          <p:cNvPr id="13" name="TextBox 12"/>
          <p:cNvSpPr txBox="1"/>
          <p:nvPr/>
        </p:nvSpPr>
        <p:spPr>
          <a:xfrm>
            <a:off x="1762125" y="2619375"/>
            <a:ext cx="1048813" cy="230832"/>
          </a:xfrm>
          <a:prstGeom prst="rect">
            <a:avLst/>
          </a:prstGeom>
          <a:noFill/>
        </p:spPr>
        <p:txBody>
          <a:bodyPr wrap="none" lIns="0" tIns="0" rIns="0" bIns="0" anchor="t">
            <a:spAutoFit/>
          </a:bodyPr>
          <a:lstStyle/>
          <a:p>
            <a:pPr algn="l"/>
            <a:r>
              <a:rPr sz="1500" b="1" i="0" u="none" dirty="0">
                <a:solidFill>
                  <a:srgbClr val="0F172A"/>
                </a:solidFill>
              </a:rPr>
              <a:t>Python 3.11</a:t>
            </a:r>
          </a:p>
        </p:txBody>
      </p:sp>
      <p:sp>
        <p:nvSpPr>
          <p:cNvPr id="14" name="TextBox 13"/>
          <p:cNvSpPr txBox="1"/>
          <p:nvPr/>
        </p:nvSpPr>
        <p:spPr>
          <a:xfrm>
            <a:off x="1762125" y="2886075"/>
            <a:ext cx="5039328" cy="184666"/>
          </a:xfrm>
          <a:prstGeom prst="rect">
            <a:avLst/>
          </a:prstGeom>
          <a:noFill/>
        </p:spPr>
        <p:txBody>
          <a:bodyPr wrap="none" lIns="0" tIns="0" rIns="0" bIns="0" anchor="t">
            <a:spAutoFit/>
          </a:bodyPr>
          <a:lstStyle/>
          <a:p>
            <a:pPr algn="l"/>
            <a:r>
              <a:rPr sz="1200" b="0" i="0" u="none" dirty="0"/>
              <a:t>Core application logic, chatbot interface, and automated document parsing</a:t>
            </a:r>
            <a:r>
              <a:rPr sz="1200" b="0" i="0" u="none" dirty="0">
                <a:solidFill>
                  <a:srgbClr val="475569"/>
                </a:solidFill>
                <a:latin typeface="Inter"/>
              </a:rPr>
              <a:t>.</a:t>
            </a:r>
          </a:p>
        </p:txBody>
      </p:sp>
      <p:sp>
        <p:nvSpPr>
          <p:cNvPr id="15" name="TextBox 14"/>
          <p:cNvSpPr txBox="1"/>
          <p:nvPr/>
        </p:nvSpPr>
        <p:spPr>
          <a:xfrm>
            <a:off x="1762125" y="3743325"/>
            <a:ext cx="988540" cy="230832"/>
          </a:xfrm>
          <a:prstGeom prst="rect">
            <a:avLst/>
          </a:prstGeom>
          <a:noFill/>
        </p:spPr>
        <p:txBody>
          <a:bodyPr wrap="none" lIns="0" tIns="0" rIns="0" bIns="0" anchor="t">
            <a:spAutoFit/>
          </a:bodyPr>
          <a:lstStyle/>
          <a:p>
            <a:pPr algn="l"/>
            <a:r>
              <a:rPr sz="1500" b="1" i="0" u="none" dirty="0">
                <a:solidFill>
                  <a:srgbClr val="0F172A"/>
                </a:solidFill>
              </a:rPr>
              <a:t>SWI-Prolog</a:t>
            </a:r>
          </a:p>
        </p:txBody>
      </p:sp>
      <p:sp>
        <p:nvSpPr>
          <p:cNvPr id="16" name="TextBox 15"/>
          <p:cNvSpPr txBox="1"/>
          <p:nvPr/>
        </p:nvSpPr>
        <p:spPr>
          <a:xfrm>
            <a:off x="1762125" y="4010025"/>
            <a:ext cx="5818837" cy="196977"/>
          </a:xfrm>
          <a:prstGeom prst="rect">
            <a:avLst/>
          </a:prstGeom>
          <a:noFill/>
        </p:spPr>
        <p:txBody>
          <a:bodyPr wrap="none" lIns="0" tIns="0" rIns="0" bIns="0" anchor="t">
            <a:spAutoFit/>
          </a:bodyPr>
          <a:lstStyle/>
          <a:p>
            <a:r>
              <a:rPr lang="en-US" sz="1280" dirty="0"/>
              <a:t>Knowledge representation engine for answering queries and logical rule execution</a:t>
            </a:r>
            <a:r>
              <a:rPr sz="1280" b="0" i="0" u="none" dirty="0">
                <a:solidFill>
                  <a:srgbClr val="475569"/>
                </a:solidFill>
              </a:rPr>
              <a:t>.</a:t>
            </a:r>
          </a:p>
        </p:txBody>
      </p:sp>
      <p:sp>
        <p:nvSpPr>
          <p:cNvPr id="17" name="TextBox 16"/>
          <p:cNvSpPr txBox="1"/>
          <p:nvPr/>
        </p:nvSpPr>
        <p:spPr>
          <a:xfrm>
            <a:off x="1762125" y="4867275"/>
            <a:ext cx="641522" cy="230832"/>
          </a:xfrm>
          <a:prstGeom prst="rect">
            <a:avLst/>
          </a:prstGeom>
          <a:noFill/>
        </p:spPr>
        <p:txBody>
          <a:bodyPr wrap="none" lIns="0" tIns="0" rIns="0" bIns="0" anchor="t">
            <a:spAutoFit/>
          </a:bodyPr>
          <a:lstStyle/>
          <a:p>
            <a:pPr algn="l"/>
            <a:r>
              <a:rPr sz="1500" b="1" i="0" u="none" dirty="0" err="1">
                <a:solidFill>
                  <a:srgbClr val="0F172A"/>
                </a:solidFill>
              </a:rPr>
              <a:t>PySwip</a:t>
            </a:r>
            <a:endParaRPr sz="1500" b="1" i="0" u="none" dirty="0">
              <a:solidFill>
                <a:srgbClr val="0F172A"/>
              </a:solidFill>
            </a:endParaRPr>
          </a:p>
        </p:txBody>
      </p:sp>
      <p:sp>
        <p:nvSpPr>
          <p:cNvPr id="18" name="TextBox 17"/>
          <p:cNvSpPr txBox="1"/>
          <p:nvPr/>
        </p:nvSpPr>
        <p:spPr>
          <a:xfrm>
            <a:off x="1762125" y="5133975"/>
            <a:ext cx="5496761" cy="196977"/>
          </a:xfrm>
          <a:prstGeom prst="rect">
            <a:avLst/>
          </a:prstGeom>
          <a:noFill/>
        </p:spPr>
        <p:txBody>
          <a:bodyPr wrap="none" lIns="0" tIns="0" rIns="0" bIns="0" anchor="t">
            <a:spAutoFit/>
          </a:bodyPr>
          <a:lstStyle/>
          <a:p>
            <a:r>
              <a:rPr lang="en-US" sz="1280" dirty="0"/>
              <a:t>A smooth integration layer that connects SWI-Prolog with the Python runtime. </a:t>
            </a:r>
            <a:endParaRPr sz="1280" b="0" i="0" u="none" dirty="0">
              <a:latin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62000" y="2381250"/>
            <a:ext cx="10668000" cy="933450"/>
          </a:xfrm>
          <a:prstGeom prst="roundRect">
            <a:avLst>
              <a:gd name="adj" fmla="val 142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762000" y="3505200"/>
            <a:ext cx="10668000" cy="933450"/>
          </a:xfrm>
          <a:prstGeom prst="roundRect">
            <a:avLst>
              <a:gd name="adj" fmla="val 142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62000" y="4629150"/>
            <a:ext cx="10668000" cy="933450"/>
          </a:xfrm>
          <a:prstGeom prst="roundRect">
            <a:avLst>
              <a:gd name="adj" fmla="val 142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1076325" y="2619375"/>
            <a:ext cx="457200" cy="457200"/>
          </a:xfrm>
          <a:prstGeom prst="rect">
            <a:avLst/>
          </a:prstGeom>
        </p:spPr>
      </p:pic>
      <p:pic>
        <p:nvPicPr>
          <p:cNvPr id="6" name="Picture 5" descr="image.png"/>
          <p:cNvPicPr>
            <a:picLocks noChangeAspect="1"/>
          </p:cNvPicPr>
          <p:nvPr/>
        </p:nvPicPr>
        <p:blipFill>
          <a:blip r:embed="rId2"/>
          <a:stretch>
            <a:fillRect/>
          </a:stretch>
        </p:blipFill>
        <p:spPr>
          <a:xfrm>
            <a:off x="1076325" y="3743325"/>
            <a:ext cx="457200" cy="457200"/>
          </a:xfrm>
          <a:prstGeom prst="rect">
            <a:avLst/>
          </a:prstGeom>
        </p:spPr>
      </p:pic>
      <p:pic>
        <p:nvPicPr>
          <p:cNvPr id="7" name="Picture 6" descr="image.png"/>
          <p:cNvPicPr>
            <a:picLocks noChangeAspect="1"/>
          </p:cNvPicPr>
          <p:nvPr/>
        </p:nvPicPr>
        <p:blipFill>
          <a:blip r:embed="rId2"/>
          <a:stretch>
            <a:fillRect/>
          </a:stretch>
        </p:blipFill>
        <p:spPr>
          <a:xfrm>
            <a:off x="1076325" y="4867275"/>
            <a:ext cx="457200" cy="457200"/>
          </a:xfrm>
          <a:prstGeom prst="rect">
            <a:avLst/>
          </a:prstGeom>
        </p:spPr>
      </p:pic>
      <p:pic>
        <p:nvPicPr>
          <p:cNvPr id="8" name="Picture 7" descr="image.png"/>
          <p:cNvPicPr>
            <a:picLocks noChangeAspect="1"/>
          </p:cNvPicPr>
          <p:nvPr/>
        </p:nvPicPr>
        <p:blipFill>
          <a:blip r:embed="rId3"/>
          <a:stretch>
            <a:fillRect/>
          </a:stretch>
        </p:blipFill>
        <p:spPr>
          <a:xfrm>
            <a:off x="1233487" y="2752725"/>
            <a:ext cx="142875" cy="190500"/>
          </a:xfrm>
          <a:prstGeom prst="rect">
            <a:avLst/>
          </a:prstGeom>
        </p:spPr>
      </p:pic>
      <p:pic>
        <p:nvPicPr>
          <p:cNvPr id="9" name="Picture 8" descr="image.png"/>
          <p:cNvPicPr>
            <a:picLocks noChangeAspect="1"/>
          </p:cNvPicPr>
          <p:nvPr/>
        </p:nvPicPr>
        <p:blipFill>
          <a:blip r:embed="rId4"/>
          <a:stretch>
            <a:fillRect/>
          </a:stretch>
        </p:blipFill>
        <p:spPr>
          <a:xfrm>
            <a:off x="1233487" y="3876675"/>
            <a:ext cx="142875" cy="190500"/>
          </a:xfrm>
          <a:prstGeom prst="rect">
            <a:avLst/>
          </a:prstGeom>
        </p:spPr>
      </p:pic>
      <p:pic>
        <p:nvPicPr>
          <p:cNvPr id="10" name="Picture 9" descr="image.png"/>
          <p:cNvPicPr>
            <a:picLocks noChangeAspect="1"/>
          </p:cNvPicPr>
          <p:nvPr/>
        </p:nvPicPr>
        <p:blipFill>
          <a:blip r:embed="rId5"/>
          <a:stretch>
            <a:fillRect/>
          </a:stretch>
        </p:blipFill>
        <p:spPr>
          <a:xfrm>
            <a:off x="1233487" y="5000625"/>
            <a:ext cx="142875" cy="190500"/>
          </a:xfrm>
          <a:prstGeom prst="rect">
            <a:avLst/>
          </a:prstGeom>
        </p:spPr>
      </p:pic>
      <p:sp>
        <p:nvSpPr>
          <p:cNvPr id="12" name="TextBox 11"/>
          <p:cNvSpPr txBox="1"/>
          <p:nvPr/>
        </p:nvSpPr>
        <p:spPr>
          <a:xfrm>
            <a:off x="762000" y="487408"/>
            <a:ext cx="2528962" cy="461665"/>
          </a:xfrm>
          <a:prstGeom prst="rect">
            <a:avLst/>
          </a:prstGeom>
          <a:noFill/>
        </p:spPr>
        <p:txBody>
          <a:bodyPr wrap="none" lIns="0" tIns="0" rIns="0" bIns="0" anchor="t">
            <a:spAutoFit/>
          </a:bodyPr>
          <a:lstStyle/>
          <a:p>
            <a:pPr algn="l"/>
            <a:r>
              <a:rPr sz="3000" b="1" i="0" u="none" dirty="0"/>
              <a:t>Libraries Used</a:t>
            </a:r>
          </a:p>
        </p:txBody>
      </p:sp>
      <p:sp>
        <p:nvSpPr>
          <p:cNvPr id="13" name="TextBox 12"/>
          <p:cNvSpPr txBox="1"/>
          <p:nvPr/>
        </p:nvSpPr>
        <p:spPr>
          <a:xfrm>
            <a:off x="1762125" y="2619375"/>
            <a:ext cx="694549" cy="230832"/>
          </a:xfrm>
          <a:prstGeom prst="rect">
            <a:avLst/>
          </a:prstGeom>
          <a:noFill/>
        </p:spPr>
        <p:txBody>
          <a:bodyPr wrap="none" lIns="0" tIns="0" rIns="0" bIns="0" anchor="t">
            <a:spAutoFit/>
          </a:bodyPr>
          <a:lstStyle/>
          <a:p>
            <a:pPr algn="l"/>
            <a:r>
              <a:rPr sz="1500" b="1" i="0" u="none" dirty="0" err="1"/>
              <a:t>PyYAML</a:t>
            </a:r>
            <a:endParaRPr sz="1500" b="1" i="0" u="none" dirty="0"/>
          </a:p>
        </p:txBody>
      </p:sp>
      <p:sp>
        <p:nvSpPr>
          <p:cNvPr id="14" name="TextBox 13"/>
          <p:cNvSpPr txBox="1"/>
          <p:nvPr/>
        </p:nvSpPr>
        <p:spPr>
          <a:xfrm>
            <a:off x="1762125" y="2886075"/>
            <a:ext cx="4111510" cy="184666"/>
          </a:xfrm>
          <a:prstGeom prst="rect">
            <a:avLst/>
          </a:prstGeom>
          <a:noFill/>
        </p:spPr>
        <p:txBody>
          <a:bodyPr wrap="none" lIns="0" tIns="0" rIns="0" bIns="0" anchor="t">
            <a:spAutoFit/>
          </a:bodyPr>
          <a:lstStyle/>
          <a:p>
            <a:pPr algn="l"/>
            <a:r>
              <a:rPr sz="1200" b="0" i="0" u="none" dirty="0"/>
              <a:t>Parses structured YAML </a:t>
            </a:r>
            <a:r>
              <a:rPr lang="en-US" sz="1200" dirty="0"/>
              <a:t>professor</a:t>
            </a:r>
            <a:r>
              <a:rPr sz="1200" b="0" i="0" u="none" dirty="0"/>
              <a:t> files into dictionary objects.</a:t>
            </a:r>
          </a:p>
        </p:txBody>
      </p:sp>
      <p:sp>
        <p:nvSpPr>
          <p:cNvPr id="15" name="TextBox 14"/>
          <p:cNvSpPr txBox="1"/>
          <p:nvPr/>
        </p:nvSpPr>
        <p:spPr>
          <a:xfrm>
            <a:off x="1762125" y="3743325"/>
            <a:ext cx="1712841" cy="230832"/>
          </a:xfrm>
          <a:prstGeom prst="rect">
            <a:avLst/>
          </a:prstGeom>
          <a:noFill/>
        </p:spPr>
        <p:txBody>
          <a:bodyPr wrap="none" lIns="0" tIns="0" rIns="0" bIns="0" anchor="t">
            <a:spAutoFit/>
          </a:bodyPr>
          <a:lstStyle/>
          <a:p>
            <a:pPr algn="l"/>
            <a:r>
              <a:rPr sz="1500" b="1" i="0" u="none" dirty="0">
                <a:solidFill>
                  <a:srgbClr val="0F172A"/>
                </a:solidFill>
              </a:rPr>
              <a:t>Pandas &amp; </a:t>
            </a:r>
            <a:r>
              <a:rPr sz="1500" b="1" i="0" u="none" dirty="0" err="1">
                <a:solidFill>
                  <a:srgbClr val="0F172A"/>
                </a:solidFill>
              </a:rPr>
              <a:t>Openpyxl</a:t>
            </a:r>
            <a:endParaRPr sz="1500" b="1" i="0" u="none" dirty="0">
              <a:solidFill>
                <a:srgbClr val="0F172A"/>
              </a:solidFill>
            </a:endParaRPr>
          </a:p>
        </p:txBody>
      </p:sp>
      <p:sp>
        <p:nvSpPr>
          <p:cNvPr id="16" name="TextBox 15"/>
          <p:cNvSpPr txBox="1"/>
          <p:nvPr/>
        </p:nvSpPr>
        <p:spPr>
          <a:xfrm>
            <a:off x="1762125" y="4010025"/>
            <a:ext cx="4644285" cy="184666"/>
          </a:xfrm>
          <a:prstGeom prst="rect">
            <a:avLst/>
          </a:prstGeom>
          <a:noFill/>
        </p:spPr>
        <p:txBody>
          <a:bodyPr wrap="none" lIns="0" tIns="0" rIns="0" bIns="0" anchor="t">
            <a:spAutoFit/>
          </a:bodyPr>
          <a:lstStyle/>
          <a:p>
            <a:pPr algn="l"/>
            <a:r>
              <a:rPr sz="1200" b="0" i="0" u="none" dirty="0"/>
              <a:t>Processes and extracts course schedules from</a:t>
            </a:r>
            <a:r>
              <a:rPr lang="en-US" sz="1200" b="0" i="0" u="none" dirty="0"/>
              <a:t> the Excel spreadsheet</a:t>
            </a:r>
            <a:r>
              <a:rPr sz="1200" b="0" i="0" u="none" dirty="0">
                <a:solidFill>
                  <a:srgbClr val="475569"/>
                </a:solidFill>
                <a:latin typeface="Inter"/>
              </a:rPr>
              <a:t>.</a:t>
            </a:r>
          </a:p>
        </p:txBody>
      </p:sp>
      <p:sp>
        <p:nvSpPr>
          <p:cNvPr id="17" name="TextBox 16"/>
          <p:cNvSpPr txBox="1"/>
          <p:nvPr/>
        </p:nvSpPr>
        <p:spPr>
          <a:xfrm>
            <a:off x="1762125" y="4867275"/>
            <a:ext cx="1135183" cy="230832"/>
          </a:xfrm>
          <a:prstGeom prst="rect">
            <a:avLst/>
          </a:prstGeom>
          <a:noFill/>
        </p:spPr>
        <p:txBody>
          <a:bodyPr wrap="none" lIns="0" tIns="0" rIns="0" bIns="0" anchor="t">
            <a:spAutoFit/>
          </a:bodyPr>
          <a:lstStyle/>
          <a:p>
            <a:pPr algn="l"/>
            <a:r>
              <a:rPr sz="1500" b="1" i="0" u="none" dirty="0"/>
              <a:t>Python-Docx</a:t>
            </a:r>
          </a:p>
        </p:txBody>
      </p:sp>
      <p:sp>
        <p:nvSpPr>
          <p:cNvPr id="18" name="TextBox 17"/>
          <p:cNvSpPr txBox="1"/>
          <p:nvPr/>
        </p:nvSpPr>
        <p:spPr>
          <a:xfrm>
            <a:off x="1762125" y="5133975"/>
            <a:ext cx="5421677" cy="184666"/>
          </a:xfrm>
          <a:prstGeom prst="rect">
            <a:avLst/>
          </a:prstGeom>
          <a:noFill/>
        </p:spPr>
        <p:txBody>
          <a:bodyPr wrap="none" lIns="0" tIns="0" rIns="0" bIns="0" anchor="t">
            <a:spAutoFit/>
          </a:bodyPr>
          <a:lstStyle/>
          <a:p>
            <a:pPr algn="l"/>
            <a:r>
              <a:rPr sz="1200" b="0" i="0" u="none" dirty="0"/>
              <a:t>Extracts course descriptions and instructor notes from Word syllabus documents</a:t>
            </a:r>
            <a:r>
              <a:rPr sz="1200" b="0" i="0" u="none" dirty="0">
                <a:solidFill>
                  <a:srgbClr val="475569"/>
                </a:solidFill>
                <a:latin typeface="Inter"/>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62000" y="2881312"/>
            <a:ext cx="3352800" cy="2181225"/>
          </a:xfrm>
          <a:prstGeom prst="roundRect">
            <a:avLst>
              <a:gd name="adj" fmla="val 698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19600" y="2881312"/>
            <a:ext cx="3352800" cy="2181225"/>
          </a:xfrm>
          <a:prstGeom prst="roundRect">
            <a:avLst>
              <a:gd name="adj" fmla="val 698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881312"/>
            <a:ext cx="3352800" cy="2181225"/>
          </a:xfrm>
          <a:prstGeom prst="roundRect">
            <a:avLst>
              <a:gd name="adj" fmla="val 698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2000" y="544784"/>
            <a:ext cx="4718984" cy="461665"/>
          </a:xfrm>
          <a:prstGeom prst="rect">
            <a:avLst/>
          </a:prstGeom>
          <a:noFill/>
        </p:spPr>
        <p:txBody>
          <a:bodyPr wrap="none" lIns="0" tIns="0" rIns="0" bIns="0" anchor="t">
            <a:spAutoFit/>
          </a:bodyPr>
          <a:lstStyle/>
          <a:p>
            <a:pPr algn="l"/>
            <a:r>
              <a:rPr sz="3000" b="1" i="0" u="none" dirty="0">
                <a:solidFill>
                  <a:srgbClr val="0F172A"/>
                </a:solidFill>
                <a:latin typeface="+mj-lt"/>
              </a:rPr>
              <a:t>How It Works</a:t>
            </a:r>
            <a:r>
              <a:rPr lang="en-US" sz="3000" b="1" i="0" u="none" dirty="0">
                <a:solidFill>
                  <a:srgbClr val="0F172A"/>
                </a:solidFill>
                <a:latin typeface="+mj-lt"/>
              </a:rPr>
              <a:t>: The Pipeline</a:t>
            </a:r>
            <a:endParaRPr sz="3000" b="1" i="0" u="none" dirty="0">
              <a:solidFill>
                <a:srgbClr val="0F172A"/>
              </a:solidFill>
              <a:latin typeface="+mj-lt"/>
            </a:endParaRPr>
          </a:p>
        </p:txBody>
      </p:sp>
      <p:sp>
        <p:nvSpPr>
          <p:cNvPr id="7" name="TextBox 6"/>
          <p:cNvSpPr txBox="1"/>
          <p:nvPr/>
        </p:nvSpPr>
        <p:spPr>
          <a:xfrm>
            <a:off x="1076325" y="3195637"/>
            <a:ext cx="721581" cy="161583"/>
          </a:xfrm>
          <a:prstGeom prst="rect">
            <a:avLst/>
          </a:prstGeom>
          <a:noFill/>
        </p:spPr>
        <p:txBody>
          <a:bodyPr wrap="square" lIns="0" tIns="0" rIns="0" bIns="0" anchor="t">
            <a:spAutoFit/>
          </a:bodyPr>
          <a:lstStyle/>
          <a:p>
            <a:pPr algn="l"/>
            <a:r>
              <a:rPr sz="1050" b="1" i="0" u="none" dirty="0">
                <a:solidFill>
                  <a:srgbClr val="FF0000"/>
                </a:solidFill>
              </a:rPr>
              <a:t>STEP </a:t>
            </a:r>
            <a:r>
              <a:rPr lang="en-US" sz="1050" b="1" dirty="0">
                <a:solidFill>
                  <a:srgbClr val="FF0000"/>
                </a:solidFill>
              </a:rPr>
              <a:t>1</a:t>
            </a:r>
            <a:endParaRPr sz="1050" b="1" i="0" u="none" dirty="0">
              <a:solidFill>
                <a:srgbClr val="FF0000"/>
              </a:solidFill>
            </a:endParaRPr>
          </a:p>
        </p:txBody>
      </p:sp>
      <p:sp>
        <p:nvSpPr>
          <p:cNvPr id="8" name="TextBox 7"/>
          <p:cNvSpPr txBox="1"/>
          <p:nvPr/>
        </p:nvSpPr>
        <p:spPr>
          <a:xfrm>
            <a:off x="1076325" y="3433762"/>
            <a:ext cx="1349537" cy="230832"/>
          </a:xfrm>
          <a:prstGeom prst="rect">
            <a:avLst/>
          </a:prstGeom>
          <a:noFill/>
        </p:spPr>
        <p:txBody>
          <a:bodyPr wrap="none" lIns="0" tIns="0" rIns="0" bIns="0" anchor="t">
            <a:spAutoFit/>
          </a:bodyPr>
          <a:lstStyle/>
          <a:p>
            <a:pPr algn="l"/>
            <a:r>
              <a:rPr sz="1500" b="1" i="0" u="none" dirty="0">
                <a:solidFill>
                  <a:srgbClr val="0F172A"/>
                </a:solidFill>
              </a:rPr>
              <a:t>Data</a:t>
            </a:r>
            <a:r>
              <a:rPr lang="en-US" sz="1500" b="1" i="0" u="none" dirty="0">
                <a:solidFill>
                  <a:srgbClr val="0F172A"/>
                </a:solidFill>
              </a:rPr>
              <a:t> collection</a:t>
            </a:r>
            <a:endParaRPr sz="1500" b="1" i="0" u="none" dirty="0">
              <a:solidFill>
                <a:srgbClr val="0F172A"/>
              </a:solidFill>
            </a:endParaRPr>
          </a:p>
        </p:txBody>
      </p:sp>
      <p:sp>
        <p:nvSpPr>
          <p:cNvPr id="9" name="TextBox 8"/>
          <p:cNvSpPr txBox="1"/>
          <p:nvPr/>
        </p:nvSpPr>
        <p:spPr>
          <a:xfrm>
            <a:off x="1076325" y="3776662"/>
            <a:ext cx="2819400" cy="719108"/>
          </a:xfrm>
          <a:prstGeom prst="rect">
            <a:avLst/>
          </a:prstGeom>
          <a:noFill/>
        </p:spPr>
        <p:txBody>
          <a:bodyPr wrap="square" lIns="0" tIns="0" rIns="0" bIns="0" anchor="t">
            <a:spAutoFit/>
          </a:bodyPr>
          <a:lstStyle/>
          <a:p>
            <a:pPr algn="l">
              <a:lnSpc>
                <a:spcPts val="1912"/>
              </a:lnSpc>
            </a:pPr>
            <a:r>
              <a:rPr sz="1275" b="0" i="0" u="none" dirty="0"/>
              <a:t>Python parsers read source files including </a:t>
            </a:r>
            <a:r>
              <a:rPr lang="en-US" sz="1275" b="0" i="0" u="none" dirty="0"/>
              <a:t>the </a:t>
            </a:r>
            <a:r>
              <a:rPr sz="1275" b="0" i="0" u="none" dirty="0"/>
              <a:t>YAML </a:t>
            </a:r>
            <a:r>
              <a:rPr lang="en-US" sz="1275" dirty="0"/>
              <a:t>professors</a:t>
            </a:r>
            <a:r>
              <a:rPr sz="1275" b="0" i="0" u="none" dirty="0"/>
              <a:t>, Excel spreadsheet, and Word syllab</a:t>
            </a:r>
            <a:r>
              <a:rPr lang="en-US" sz="1275" b="0" i="0" u="none" dirty="0"/>
              <a:t>us</a:t>
            </a:r>
            <a:r>
              <a:rPr sz="1275" b="0" i="0" u="none" dirty="0"/>
              <a:t>.</a:t>
            </a:r>
          </a:p>
        </p:txBody>
      </p:sp>
      <p:sp>
        <p:nvSpPr>
          <p:cNvPr id="10" name="TextBox 9"/>
          <p:cNvSpPr txBox="1"/>
          <p:nvPr/>
        </p:nvSpPr>
        <p:spPr>
          <a:xfrm>
            <a:off x="4733925" y="3195637"/>
            <a:ext cx="416781" cy="161583"/>
          </a:xfrm>
          <a:prstGeom prst="rect">
            <a:avLst/>
          </a:prstGeom>
          <a:noFill/>
        </p:spPr>
        <p:txBody>
          <a:bodyPr wrap="none" lIns="0" tIns="0" rIns="0" bIns="0" anchor="t">
            <a:spAutoFit/>
          </a:bodyPr>
          <a:lstStyle/>
          <a:p>
            <a:pPr algn="l"/>
            <a:r>
              <a:rPr sz="1050" b="1" i="0" u="none" dirty="0">
                <a:solidFill>
                  <a:srgbClr val="FF0000"/>
                </a:solidFill>
              </a:rPr>
              <a:t>STEP 2</a:t>
            </a:r>
          </a:p>
        </p:txBody>
      </p:sp>
      <p:sp>
        <p:nvSpPr>
          <p:cNvPr id="11" name="TextBox 10"/>
          <p:cNvSpPr txBox="1"/>
          <p:nvPr/>
        </p:nvSpPr>
        <p:spPr>
          <a:xfrm>
            <a:off x="4746988" y="3433762"/>
            <a:ext cx="2375715" cy="230832"/>
          </a:xfrm>
          <a:prstGeom prst="rect">
            <a:avLst/>
          </a:prstGeom>
          <a:noFill/>
        </p:spPr>
        <p:txBody>
          <a:bodyPr wrap="none" lIns="0" tIns="0" rIns="0" bIns="0" anchor="t">
            <a:spAutoFit/>
          </a:bodyPr>
          <a:lstStyle/>
          <a:p>
            <a:pPr algn="l"/>
            <a:r>
              <a:rPr sz="1500" b="1" i="0" u="none" dirty="0">
                <a:solidFill>
                  <a:srgbClr val="0F172A"/>
                </a:solidFill>
              </a:rPr>
              <a:t>Knowledge</a:t>
            </a:r>
            <a:r>
              <a:rPr lang="en-US" sz="1500" b="1" i="0" u="none" dirty="0">
                <a:solidFill>
                  <a:srgbClr val="0F172A"/>
                </a:solidFill>
              </a:rPr>
              <a:t> Representation</a:t>
            </a:r>
            <a:endParaRPr sz="1500" b="1" i="0" u="none" dirty="0">
              <a:solidFill>
                <a:srgbClr val="0F172A"/>
              </a:solidFill>
            </a:endParaRPr>
          </a:p>
        </p:txBody>
      </p:sp>
      <p:sp>
        <p:nvSpPr>
          <p:cNvPr id="12" name="TextBox 11"/>
          <p:cNvSpPr txBox="1"/>
          <p:nvPr/>
        </p:nvSpPr>
        <p:spPr>
          <a:xfrm>
            <a:off x="4733925" y="3776662"/>
            <a:ext cx="2819400" cy="728662"/>
          </a:xfrm>
          <a:prstGeom prst="rect">
            <a:avLst/>
          </a:prstGeom>
          <a:noFill/>
        </p:spPr>
        <p:txBody>
          <a:bodyPr wrap="square" lIns="0" tIns="0" rIns="0" bIns="0" anchor="t">
            <a:spAutoFit/>
          </a:bodyPr>
          <a:lstStyle/>
          <a:p>
            <a:pPr algn="l">
              <a:lnSpc>
                <a:spcPts val="1912"/>
              </a:lnSpc>
            </a:pPr>
            <a:r>
              <a:rPr sz="1275" b="0" i="0" u="none" dirty="0"/>
              <a:t>Scripts automatically generate structured Prolog facts and logical rules stored in external `.pl` files.</a:t>
            </a:r>
          </a:p>
        </p:txBody>
      </p:sp>
      <p:sp>
        <p:nvSpPr>
          <p:cNvPr id="13" name="TextBox 12"/>
          <p:cNvSpPr txBox="1"/>
          <p:nvPr/>
        </p:nvSpPr>
        <p:spPr>
          <a:xfrm>
            <a:off x="8391525" y="3195637"/>
            <a:ext cx="595721" cy="161583"/>
          </a:xfrm>
          <a:prstGeom prst="rect">
            <a:avLst/>
          </a:prstGeom>
          <a:noFill/>
        </p:spPr>
        <p:txBody>
          <a:bodyPr wrap="square" lIns="0" tIns="0" rIns="0" bIns="0" anchor="t">
            <a:spAutoFit/>
          </a:bodyPr>
          <a:lstStyle/>
          <a:p>
            <a:pPr algn="l"/>
            <a:r>
              <a:rPr sz="1050" b="1" i="0" u="none" dirty="0">
                <a:solidFill>
                  <a:srgbClr val="FF0000"/>
                </a:solidFill>
              </a:rPr>
              <a:t>STEP 3</a:t>
            </a:r>
          </a:p>
        </p:txBody>
      </p:sp>
      <p:sp>
        <p:nvSpPr>
          <p:cNvPr id="14" name="TextBox 13"/>
          <p:cNvSpPr txBox="1"/>
          <p:nvPr/>
        </p:nvSpPr>
        <p:spPr>
          <a:xfrm>
            <a:off x="8391525" y="3433762"/>
            <a:ext cx="1792286" cy="230832"/>
          </a:xfrm>
          <a:prstGeom prst="rect">
            <a:avLst/>
          </a:prstGeom>
          <a:noFill/>
        </p:spPr>
        <p:txBody>
          <a:bodyPr wrap="none" lIns="0" tIns="0" rIns="0" bIns="0" anchor="t">
            <a:spAutoFit/>
          </a:bodyPr>
          <a:lstStyle/>
          <a:p>
            <a:pPr algn="l"/>
            <a:r>
              <a:rPr sz="1500" b="1" i="0" u="none" dirty="0">
                <a:solidFill>
                  <a:srgbClr val="0F172A"/>
                </a:solidFill>
              </a:rPr>
              <a:t>Interactive Querying</a:t>
            </a:r>
          </a:p>
        </p:txBody>
      </p:sp>
      <p:sp>
        <p:nvSpPr>
          <p:cNvPr id="15" name="TextBox 14"/>
          <p:cNvSpPr txBox="1"/>
          <p:nvPr/>
        </p:nvSpPr>
        <p:spPr>
          <a:xfrm>
            <a:off x="8391525" y="3776662"/>
            <a:ext cx="2819400" cy="956865"/>
          </a:xfrm>
          <a:prstGeom prst="rect">
            <a:avLst/>
          </a:prstGeom>
          <a:noFill/>
        </p:spPr>
        <p:txBody>
          <a:bodyPr wrap="square" lIns="0" tIns="0" rIns="0" bIns="0" anchor="t">
            <a:spAutoFit/>
          </a:bodyPr>
          <a:lstStyle/>
          <a:p>
            <a:pPr algn="l">
              <a:lnSpc>
                <a:spcPts val="1912"/>
              </a:lnSpc>
            </a:pPr>
            <a:r>
              <a:rPr sz="1275" b="0" i="0" u="none" dirty="0" err="1">
                <a:latin typeface="Inter"/>
              </a:rPr>
              <a:t>PySwip</a:t>
            </a:r>
            <a:r>
              <a:rPr sz="1275" b="0" i="0" u="none" dirty="0">
                <a:latin typeface="Inter"/>
              </a:rPr>
              <a:t> bridges Python and Prolog, allowing users to query </a:t>
            </a:r>
            <a:r>
              <a:rPr lang="en-US" sz="1275" dirty="0">
                <a:latin typeface="Inter"/>
              </a:rPr>
              <a:t>office hours, courses, days, times, schedules and professors</a:t>
            </a:r>
            <a:r>
              <a:rPr sz="1275" b="0" i="0" u="none" dirty="0">
                <a:latin typeface="Inter"/>
              </a:rPr>
              <a:t> </a:t>
            </a:r>
            <a:r>
              <a:rPr lang="en-US" sz="1275" b="0" i="0" u="none" dirty="0">
                <a:latin typeface="Inter"/>
              </a:rPr>
              <a:t>by</a:t>
            </a:r>
            <a:r>
              <a:rPr sz="1275" b="0" i="0" u="none" dirty="0">
                <a:latin typeface="Inter"/>
              </a:rPr>
              <a:t> a chatbot.</a:t>
            </a:r>
          </a:p>
        </p:txBody>
      </p:sp>
    </p:spTree>
    <p:extLst>
      <p:ext uri="{BB962C8B-B14F-4D97-AF65-F5344CB8AC3E}">
        <p14:creationId xmlns:p14="http://schemas.microsoft.com/office/powerpoint/2010/main" val="2304787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762000" y="2499717"/>
            <a:ext cx="9525000" cy="2944415"/>
          </a:xfrm>
          <a:prstGeom prst="roundRect">
            <a:avLst>
              <a:gd name="adj" fmla="val 646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052366" y="632001"/>
            <a:ext cx="2944268" cy="461665"/>
          </a:xfrm>
          <a:prstGeom prst="rect">
            <a:avLst/>
          </a:prstGeom>
          <a:noFill/>
        </p:spPr>
        <p:txBody>
          <a:bodyPr wrap="none" lIns="0" tIns="0" rIns="0" bIns="0" anchor="t">
            <a:spAutoFit/>
          </a:bodyPr>
          <a:lstStyle/>
          <a:p>
            <a:pPr algn="l"/>
            <a:r>
              <a:rPr sz="3000" b="1" i="0" u="none" dirty="0"/>
              <a:t>Project End Goal</a:t>
            </a:r>
          </a:p>
        </p:txBody>
      </p:sp>
      <p:sp>
        <p:nvSpPr>
          <p:cNvPr id="5" name="TextBox 4"/>
          <p:cNvSpPr txBox="1"/>
          <p:nvPr/>
        </p:nvSpPr>
        <p:spPr>
          <a:xfrm>
            <a:off x="1228724" y="2966442"/>
            <a:ext cx="8803549" cy="1932129"/>
          </a:xfrm>
          <a:prstGeom prst="rect">
            <a:avLst/>
          </a:prstGeom>
          <a:noFill/>
        </p:spPr>
        <p:txBody>
          <a:bodyPr wrap="square" lIns="0" tIns="0" rIns="0" bIns="0" anchor="t">
            <a:spAutoFit/>
          </a:bodyPr>
          <a:lstStyle/>
          <a:p>
            <a:pPr>
              <a:lnSpc>
                <a:spcPct val="100000"/>
              </a:lnSpc>
            </a:pPr>
            <a:r>
              <a:rPr lang="en-US" dirty="0"/>
              <a:t>By converting unprocessed departmental papers into an intelligent Prolog knowledge base, the Professor Knowledge System automates academic schedule lookups. The program lowers manual administrative friction for instructors and students by combining powerful Python parsers with a conversational query assistant. In the end, the project's modular architecture, careful testing, and complete compliance to the course requirements demonstrate high software engineering standards. </a:t>
            </a:r>
            <a:br>
              <a:rPr lang="en-US" sz="1600" dirty="0"/>
            </a:br>
            <a:endParaRPr lang="en-US" sz="1650" b="0" i="0" u="none" dirty="0">
              <a:solidFill>
                <a:srgbClr val="334155"/>
              </a:solidFill>
              <a:latin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F8DFB-F649-5918-EA3E-94E9A1EBEC01}"/>
              </a:ext>
            </a:extLst>
          </p:cNvPr>
          <p:cNvSpPr>
            <a:spLocks noGrp="1"/>
          </p:cNvSpPr>
          <p:nvPr>
            <p:ph type="title"/>
          </p:nvPr>
        </p:nvSpPr>
        <p:spPr/>
        <p:txBody>
          <a:bodyPr/>
          <a:lstStyle/>
          <a:p>
            <a:r>
              <a:rPr lang="en-US" dirty="0"/>
              <a:t>Example: Questions</a:t>
            </a:r>
          </a:p>
        </p:txBody>
      </p:sp>
      <p:sp>
        <p:nvSpPr>
          <p:cNvPr id="3" name="Content Placeholder 2">
            <a:extLst>
              <a:ext uri="{FF2B5EF4-FFF2-40B4-BE49-F238E27FC236}">
                <a16:creationId xmlns:a16="http://schemas.microsoft.com/office/drawing/2014/main" id="{9AD9FAED-A4C2-CDBB-2C94-F8F5F19F1751}"/>
              </a:ext>
            </a:extLst>
          </p:cNvPr>
          <p:cNvSpPr>
            <a:spLocks noGrp="1"/>
          </p:cNvSpPr>
          <p:nvPr>
            <p:ph idx="1"/>
          </p:nvPr>
        </p:nvSpPr>
        <p:spPr/>
        <p:txBody>
          <a:bodyPr/>
          <a:lstStyle/>
          <a:p>
            <a:pPr marL="0" indent="0">
              <a:buNone/>
            </a:pPr>
            <a:r>
              <a:rPr lang="en-US" dirty="0"/>
              <a:t>Questions you can ask the system: </a:t>
            </a:r>
          </a:p>
          <a:p>
            <a:pPr>
              <a:buFontTx/>
              <a:buChar char="-"/>
            </a:pPr>
            <a:r>
              <a:rPr lang="en-US" dirty="0"/>
              <a:t>Which courses does Anthony Adedoyin teach? </a:t>
            </a:r>
          </a:p>
          <a:p>
            <a:pPr>
              <a:buFontTx/>
              <a:buChar char="-"/>
            </a:pPr>
            <a:r>
              <a:rPr lang="en-US" dirty="0"/>
              <a:t>Which courses does Appolo Tankeh teach? </a:t>
            </a:r>
          </a:p>
          <a:p>
            <a:pPr>
              <a:buFontTx/>
              <a:buChar char="-"/>
            </a:pPr>
            <a:r>
              <a:rPr lang="en-US" dirty="0"/>
              <a:t>What days does CTEC 350.170 meet? </a:t>
            </a:r>
          </a:p>
          <a:p>
            <a:pPr>
              <a:buFontTx/>
              <a:buChar char="-"/>
            </a:pPr>
            <a:r>
              <a:rPr lang="en-US" dirty="0"/>
              <a:t>What department does Anthony Adedoyin belong to? </a:t>
            </a:r>
          </a:p>
        </p:txBody>
      </p:sp>
    </p:spTree>
    <p:extLst>
      <p:ext uri="{BB962C8B-B14F-4D97-AF65-F5344CB8AC3E}">
        <p14:creationId xmlns:p14="http://schemas.microsoft.com/office/powerpoint/2010/main" val="355528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E361-7431-2B9C-3411-4C14ADC12371}"/>
              </a:ext>
            </a:extLst>
          </p:cNvPr>
          <p:cNvSpPr>
            <a:spLocks noGrp="1"/>
          </p:cNvSpPr>
          <p:nvPr>
            <p:ph type="title"/>
          </p:nvPr>
        </p:nvSpPr>
        <p:spPr/>
        <p:txBody>
          <a:bodyPr/>
          <a:lstStyle/>
          <a:p>
            <a:r>
              <a:rPr lang="en-US" dirty="0"/>
              <a:t>Benefits</a:t>
            </a:r>
          </a:p>
        </p:txBody>
      </p:sp>
      <p:sp>
        <p:nvSpPr>
          <p:cNvPr id="3" name="Content Placeholder 2">
            <a:extLst>
              <a:ext uri="{FF2B5EF4-FFF2-40B4-BE49-F238E27FC236}">
                <a16:creationId xmlns:a16="http://schemas.microsoft.com/office/drawing/2014/main" id="{79BFC514-9B65-F3C1-9E7F-34C52E855EC7}"/>
              </a:ext>
            </a:extLst>
          </p:cNvPr>
          <p:cNvSpPr>
            <a:spLocks noGrp="1"/>
          </p:cNvSpPr>
          <p:nvPr>
            <p:ph idx="1"/>
          </p:nvPr>
        </p:nvSpPr>
        <p:spPr/>
        <p:txBody>
          <a:bodyPr/>
          <a:lstStyle/>
          <a:p>
            <a:pPr>
              <a:buFontTx/>
              <a:buChar char="-"/>
            </a:pPr>
            <a:r>
              <a:rPr lang="en-US" dirty="0"/>
              <a:t>Time Management </a:t>
            </a:r>
          </a:p>
          <a:p>
            <a:pPr marL="0" indent="0">
              <a:buNone/>
            </a:pPr>
            <a:r>
              <a:rPr lang="en-US" dirty="0"/>
              <a:t>Instant access of office hours &amp; schedules</a:t>
            </a:r>
          </a:p>
          <a:p>
            <a:pPr>
              <a:buFontTx/>
              <a:buChar char="-"/>
            </a:pPr>
            <a:r>
              <a:rPr lang="en-US" dirty="0"/>
              <a:t>Data Accuracy </a:t>
            </a:r>
          </a:p>
          <a:p>
            <a:pPr marL="0" indent="0">
              <a:buNone/>
            </a:pPr>
            <a:r>
              <a:rPr lang="en-US" dirty="0"/>
              <a:t>Reliable tracking of faculty course assignments</a:t>
            </a:r>
          </a:p>
          <a:p>
            <a:pPr>
              <a:buFontTx/>
              <a:buChar char="-"/>
            </a:pPr>
            <a:r>
              <a:rPr lang="en-US" dirty="0"/>
              <a:t>Scalability </a:t>
            </a:r>
          </a:p>
          <a:p>
            <a:pPr marL="0" indent="0">
              <a:buNone/>
            </a:pPr>
            <a:r>
              <a:rPr lang="en-US" dirty="0"/>
              <a:t>Simple addition of new academic departments</a:t>
            </a:r>
          </a:p>
          <a:p>
            <a:pPr marL="0" indent="0">
              <a:buNone/>
            </a:pPr>
            <a:endParaRPr lang="en-US" dirty="0"/>
          </a:p>
        </p:txBody>
      </p:sp>
    </p:spTree>
    <p:extLst>
      <p:ext uri="{BB962C8B-B14F-4D97-AF65-F5344CB8AC3E}">
        <p14:creationId xmlns:p14="http://schemas.microsoft.com/office/powerpoint/2010/main" val="297733598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1806</TotalTime>
  <Words>372</Words>
  <Application>Microsoft Macintosh PowerPoint</Application>
  <PresentationFormat>Widescreen</PresentationFormat>
  <Paragraphs>45</Paragraphs>
  <Slides>8</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Bierstadt</vt:lpstr>
      <vt:lpstr>Inter</vt:lpstr>
      <vt:lpstr>GestaltVTI</vt:lpstr>
      <vt:lpstr> Professor Knowledge System</vt:lpstr>
      <vt:lpstr>Introduction</vt:lpstr>
      <vt:lpstr>PowerPoint Presentation</vt:lpstr>
      <vt:lpstr>PowerPoint Presentation</vt:lpstr>
      <vt:lpstr>PowerPoint Presentation</vt:lpstr>
      <vt:lpstr>PowerPoint Presentation</vt:lpstr>
      <vt:lpstr>Example: Questions</vt:lpstr>
      <vt:lpstr>Benefits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Jaiden Mbole Yah Wolete</dc:creator>
  <cp:lastModifiedBy>Jaiden Mbole Yah Wolete</cp:lastModifiedBy>
  <cp:revision>1</cp:revision>
  <dcterms:created xsi:type="dcterms:W3CDTF">2026-10-11T22:05:33Z</dcterms:created>
  <dcterms:modified xsi:type="dcterms:W3CDTF">2026-10-13T14:03:40Z</dcterms:modified>
</cp:coreProperties>
</file>